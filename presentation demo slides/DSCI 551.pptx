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5C52C0-F68A-4657-AB4C-5F2180DEE500}">
  <a:tblStyle styleId="{D95C52C0-F68A-4657-AB4C-5F2180DEE5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9d7447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9d7447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9d74475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9d74475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9d74475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9d74475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89d7447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89d7447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89d74475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89d74475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9d74475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89d7447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89d74475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89d74475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89d7447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89d7447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89d74475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89d74475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9d74475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89d74475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44926" y="1340400"/>
            <a:ext cx="759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/>
              <a:t>PulseInsight: Columnar Analytics for Healthcare Data Using DuckDB</a:t>
            </a:r>
            <a:endParaRPr sz="40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892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Ellie He</a:t>
            </a:r>
            <a:endParaRPr sz="12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DSCI 551 — Spring 2026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PulseInsight?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lightweight analytical platform for exploring healthcare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Focuses on patient metrics (Glucose, BMI, Age, Outcome)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Aggregation (e.g., averages)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Filtering (e.g., high-risk patients)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Group analysis (e.g., by outcome)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Understand how database internals affect analytical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Core Internal Focus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Focus Area: Columnar Storage (DuckDB)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stored </a:t>
            </a:r>
            <a:r>
              <a:rPr b="1" lang="en" sz="1100">
                <a:solidFill>
                  <a:schemeClr val="dk1"/>
                </a:solidFill>
              </a:rPr>
              <a:t>column-by-column</a:t>
            </a:r>
            <a:r>
              <a:rPr lang="en" sz="1100">
                <a:solidFill>
                  <a:schemeClr val="dk1"/>
                </a:solidFill>
              </a:rPr>
              <a:t>, not row-by-row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Only required columns are scanned during queries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this matters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Analytical queries usually use few columns, many rows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Reduces unnecessary data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performance for analytical workloads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Database Architecture Overview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DuckDB Design (OLAP-focused)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Columnar storage engine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Vectorized query execution (batch processing)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In-process database (no server needed)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compared to Row-Based Systems (e.g., MySQL):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07550" y="278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{D95C52C0-F68A-4657-AB4C-5F2180DEE500}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Row-based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Column-based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Reads full rows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Reads only needed columns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for transactions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for analytics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DuckDB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6-04-22 at 8.50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599" cy="3084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</a:t>
            </a:r>
            <a:r>
              <a:rPr lang="en"/>
              <a:t> preview 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332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SELECT * FROM diabetes LIMIT 5;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DESCRIBE diabetes;</a:t>
            </a:r>
            <a:endParaRPr sz="1100"/>
          </a:p>
        </p:txBody>
      </p:sp>
      <p:pic>
        <p:nvPicPr>
          <p:cNvPr id="88" name="Google Shape;88;p18" title="Screenshot 2026-04-22 at 8.59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74" y="703375"/>
            <a:ext cx="5799751" cy="40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1 - Aggregation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SELECT AVG(Glucose)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diabetes;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Application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 average glucose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Database Internals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Scans only the </a:t>
            </a:r>
            <a:r>
              <a:rPr i="1" lang="en" sz="1100">
                <a:solidFill>
                  <a:schemeClr val="dk1"/>
                </a:solidFill>
              </a:rPr>
              <a:t>Glucose column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Avoids reading unnecessary columns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Reduces I/O → faster queries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5" name="Google Shape;95;p19" title="Screenshot 2026-04-22 at 8.51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2150" y="2127900"/>
            <a:ext cx="4857750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2 - Group Aggregation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SELECT Outcome, AVG(Glucose)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diabetes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GROUP BY Outcome;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Application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Compare groups by Outcome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Database Internals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Scans only Outcome + Glucose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Performs grouping + aggregation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Columnar layout makes grouping efficient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2" name="Google Shape;102;p20" title="Screenshot 2026-04-22 at 8.54.5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7050" y="1362650"/>
            <a:ext cx="55245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3 - Range Query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483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SELECT *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diabetes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WHERE Age BETWEEN 30 AND 50;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Application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Retrieves patients within the age range of 30 to 50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Used for cohort analysis (e.g., studying middle-aged population)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Database Internals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DuckDB scans the </a:t>
            </a:r>
            <a:r>
              <a:rPr b="1" lang="en" sz="1100">
                <a:solidFill>
                  <a:schemeClr val="dk1"/>
                </a:solidFill>
              </a:rPr>
              <a:t>Age column</a:t>
            </a:r>
            <a:r>
              <a:rPr lang="en" sz="1100">
                <a:solidFill>
                  <a:schemeClr val="dk1"/>
                </a:solidFill>
              </a:rPr>
              <a:t> to evaluate the range condition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Applies a </a:t>
            </a:r>
            <a:r>
              <a:rPr b="1" lang="en" sz="1100">
                <a:solidFill>
                  <a:schemeClr val="dk1"/>
                </a:solidFill>
              </a:rPr>
              <a:t>predicate filter</a:t>
            </a:r>
            <a:r>
              <a:rPr lang="en" sz="1100">
                <a:solidFill>
                  <a:schemeClr val="dk1"/>
                </a:solidFill>
              </a:rPr>
              <a:t> to identify matching rows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Then retrieves corresponding rows from other columns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Columnar storage allows scanning only the </a:t>
            </a:r>
            <a:r>
              <a:rPr b="1" lang="en" sz="1100">
                <a:solidFill>
                  <a:schemeClr val="dk1"/>
                </a:solidFill>
              </a:rPr>
              <a:t>Age column first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Reduces unnecessary data access compared to scanning full rows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Efficient for range queries due to </a:t>
            </a:r>
            <a:r>
              <a:rPr b="1" lang="en" sz="1100">
                <a:solidFill>
                  <a:schemeClr val="dk1"/>
                </a:solidFill>
              </a:rPr>
              <a:t>sequential column access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9" name="Google Shape;109;p21" title="Screenshot 2026-04-22 at 8.56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456" y="63950"/>
            <a:ext cx="348163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4 - Value Filtering 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493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SELECT *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diabetes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WHERE Glucose &gt; 150 AND BMI &gt; 35;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Application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 high BMI patients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Database Internals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Scans BMI column and applies predicate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 it matters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Efficient filtering on a single attribute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6" name="Google Shape;116;p22" title="Screenshot 2026-04-22 at 8.57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357" y="0"/>
            <a:ext cx="358463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Key Takeaways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Database internals directly impact application performance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Columnar storage is ideal for analytical workloads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DuckDB efficiently supports: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Aggregations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Filtering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Grouped analysis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Matching workload patterns with database design leads to better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